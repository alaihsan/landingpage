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4"/>
  </p:normalViewPr>
  <p:slideViewPr>
    <p:cSldViewPr snapToGrid="0" snapToObjects="1">
      <p:cViewPr varScale="1">
        <p:scale>
          <a:sx n="90" d="100"/>
          <a:sy n="90" d="100"/>
        </p:scale>
        <p:origin x="8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B707-2F31-6046-A49B-E0997865E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7BCE1-AF39-3A42-8A26-91A5ABFB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FEC6C-5837-8B48-9AD1-905AD08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1C048-35D5-B94D-ADAD-6DADC71F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BB086-A9D3-8B46-97B4-F5E868F1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29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B2200-57AC-5447-AB3F-D2515860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7203B-9420-454B-8AE5-092794CC7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D52FE-D931-2549-99D3-C6D7D48E2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F413A-A836-274C-92D0-0C871F2A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3C104-69CF-0C4E-ADEA-AC86BC14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88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DA4E-9FE2-754D-A9D5-8506D0DE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CB0FD-0D8B-0B4D-A2E1-B7EEC5E6A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BDC35-BFCF-2642-B659-8130D53BA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B3F8D-1E38-9B40-B87A-89662A14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91C3-A7F8-9F42-9ECA-9245B485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5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5A45-7AE8-084E-9782-138DC264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57B60-B117-4F40-8C86-1CE6F5820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57CEA-6314-7F41-BE65-78E690CDB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B9E09-315C-C94C-B6D6-6BF4E5C24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3761F-69EA-7E4E-AD76-A20C1346D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BBFCD-C65D-2444-94CB-DABF484E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2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4E89-FDFA-D247-8B32-834891E1A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782FF-1EE1-AD48-9B73-DD4407867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BD4E2-8296-8241-9E26-01F376DEA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13CC4C-76FB-BB47-92BC-DB86D208D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A49C-25A2-4C4E-957B-0486D57FA2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6B0763-172D-284F-947E-0942DC16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8A8BDF-9EAD-9D41-B3CF-B89AD8D6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E59099-65EB-DC45-BC32-EBBC20D1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8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C6053-8592-8A43-982A-C99ADB35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FD458-1EC3-E44E-9C78-D51D095B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20296-AAF8-1E45-AEC9-825EFBE7A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96716-9371-9844-8C29-D4709D26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4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87C05-F68C-BD4D-9EBD-26D340965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CE889D-E549-FD4B-A9A7-8493EDF1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86320-36C7-894C-A460-8F38E319A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5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B7BA-9334-8C41-9610-70E976F4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9FF0C-BF2C-8242-A5A2-A65291FAE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96C9D-D4A6-D941-8E01-961D2D8AD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CDDD9-10D8-4140-B0AF-B8AA9A5D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0A510-6829-AF44-9D8E-CC6C8365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A00CC-8D0F-4F43-94C5-16BC8E46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885A-E3AC-4449-9C6E-D0E73E98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40FDD-EFA2-444E-8F97-5CD347540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83CFE-7494-184C-84BD-893850129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67D2C-5201-664A-9AFB-E15A3B795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DA04B-E0E1-A34E-83B7-B1B83DA8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DE241-19CB-7347-AD53-8601E328A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71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E75B-DEA2-B349-9E25-5743F74FC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57748-869E-8A42-B73A-759983A27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14589-E355-3340-95F6-611E3CD1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0A146-6325-F94A-8895-B79D7040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E8EAB-CD20-6A46-8DDC-0D9AF59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3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3AE98-27DE-3A4E-BA1F-30AE195A3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BC1F2-FE8C-9445-9090-1C595CD4A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EEDDF-A5ED-104A-816C-9897BFA7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144EB-A21B-E74E-BA04-875E5DA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B6084-1FBE-1749-8A7B-74CBDD55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8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1912C3-2F6F-A04B-BDAB-515F7DCE4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C6881-F7BD-914B-B283-100E44374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ACDD-69F0-144F-AE7D-6127B4653F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4293-0F19-B94F-A7D5-97D8D56C95F2}" type="datetimeFigureOut">
              <a:rPr lang="en-US" smtClean="0"/>
              <a:t>5/5/22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FC611-6A9B-D44A-A83B-8310CFA87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6079A-F10D-3C46-84D1-6033ECB45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A9CCD6-7AA3-3044-9CCD-1257A3BA9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2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en.io/pen?template=MJjpwO" TargetMode="External"/><Relationship Id="rId2" Type="http://schemas.openxmlformats.org/officeDocument/2006/relationships/hyperlink" Target="https://www.freecodecamp.com/email-subm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ADD3C-CA85-7E4D-9DC5-A535A5F277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Landing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D62EE-37C8-8E42-8964-08AEE7AD9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freecodecamp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139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F63DC3-971A-CC4B-9046-D961ED800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3220"/>
            <a:ext cx="12192000" cy="283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45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3D7281-3615-D740-990A-562229D6EA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016" y="1490133"/>
            <a:ext cx="11621967" cy="424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90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421AE9-FCDE-4B43-84B0-04D4889CF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4386"/>
            <a:ext cx="12192000" cy="494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0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7A457F-0453-464C-95E7-D3E223EE9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965"/>
            <a:ext cx="12192000" cy="413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9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B5D0EE-1C99-3049-9F40-B718AB90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4484"/>
            <a:ext cx="12192000" cy="12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7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E4B63-0DD8-3C48-8AA1-775934524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737" y="342900"/>
            <a:ext cx="11844337" cy="61721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br>
              <a:rPr lang="en-ID" sz="1600" b="1" dirty="0"/>
            </a:br>
            <a:r>
              <a:rPr lang="en-ID" sz="1600" b="1" dirty="0"/>
              <a:t>User Story #1:</a:t>
            </a:r>
            <a:r>
              <a:rPr lang="en-ID" sz="1600" dirty="0"/>
              <a:t> My product landing page should have a header element with a corresponding id="header".</a:t>
            </a:r>
          </a:p>
          <a:p>
            <a:pPr marL="0" indent="0">
              <a:buNone/>
            </a:pPr>
            <a:r>
              <a:rPr lang="en-ID" sz="1600" b="1" dirty="0"/>
              <a:t>User Story #2:</a:t>
            </a:r>
            <a:r>
              <a:rPr lang="en-ID" sz="1600" dirty="0"/>
              <a:t> I can see an image within the header element with a corresponding id="header-</a:t>
            </a:r>
            <a:r>
              <a:rPr lang="en-ID" sz="1600" dirty="0" err="1"/>
              <a:t>img</a:t>
            </a:r>
            <a:r>
              <a:rPr lang="en-ID" sz="1600" dirty="0"/>
              <a:t>". A company logo would make a good image here.</a:t>
            </a:r>
          </a:p>
          <a:p>
            <a:pPr marL="0" indent="0">
              <a:buNone/>
            </a:pPr>
            <a:r>
              <a:rPr lang="en-ID" sz="1600" b="1" dirty="0"/>
              <a:t>User Story #3:</a:t>
            </a:r>
            <a:r>
              <a:rPr lang="en-ID" sz="1600" dirty="0"/>
              <a:t> Within the #header element I can see a nav element with a corresponding id="nav-bar".</a:t>
            </a:r>
          </a:p>
          <a:p>
            <a:pPr marL="0" indent="0">
              <a:buNone/>
            </a:pPr>
            <a:r>
              <a:rPr lang="en-ID" sz="1600" b="1" dirty="0"/>
              <a:t>User Story #4:</a:t>
            </a:r>
            <a:r>
              <a:rPr lang="en-ID" sz="1600" dirty="0"/>
              <a:t> I can see at least three clickable elements inside the nav element, each with the class nav-link.</a:t>
            </a:r>
          </a:p>
          <a:p>
            <a:pPr marL="0" indent="0">
              <a:buNone/>
            </a:pPr>
            <a:r>
              <a:rPr lang="en-ID" sz="1600" b="1" dirty="0"/>
              <a:t>User Story #5:</a:t>
            </a:r>
            <a:r>
              <a:rPr lang="en-ID" sz="1600" dirty="0"/>
              <a:t> When I click a .nav-link button in the nav element, I am taken to the corresponding section of the landing page.</a:t>
            </a:r>
          </a:p>
          <a:p>
            <a:pPr marL="0" indent="0">
              <a:buNone/>
            </a:pPr>
            <a:r>
              <a:rPr lang="en-ID" sz="1600" b="1" dirty="0"/>
              <a:t>User Story #6:</a:t>
            </a:r>
            <a:r>
              <a:rPr lang="en-ID" sz="1600" dirty="0"/>
              <a:t> I can watch an embedded product video with id="video".</a:t>
            </a:r>
          </a:p>
          <a:p>
            <a:pPr marL="0" indent="0">
              <a:buNone/>
            </a:pPr>
            <a:r>
              <a:rPr lang="en-ID" sz="1600" b="1" dirty="0"/>
              <a:t>User Story #7:</a:t>
            </a:r>
            <a:r>
              <a:rPr lang="en-ID" sz="1600" dirty="0"/>
              <a:t> My landing page has a form element with a corresponding id="form".</a:t>
            </a:r>
          </a:p>
          <a:p>
            <a:pPr marL="0" indent="0">
              <a:buNone/>
            </a:pPr>
            <a:r>
              <a:rPr lang="en-ID" sz="1600" b="1" dirty="0"/>
              <a:t>User Story #8:</a:t>
            </a:r>
            <a:r>
              <a:rPr lang="en-ID" sz="1600" dirty="0"/>
              <a:t> Within the form, there is an input field with id="email" where I can enter an email address.</a:t>
            </a:r>
          </a:p>
          <a:p>
            <a:pPr marL="0" indent="0">
              <a:buNone/>
            </a:pPr>
            <a:r>
              <a:rPr lang="en-ID" sz="1600" b="1" dirty="0"/>
              <a:t>User Story #9:</a:t>
            </a:r>
            <a:r>
              <a:rPr lang="en-ID" sz="1600" dirty="0"/>
              <a:t> The #email input field should have placeholder text to let the user know what the field is for.</a:t>
            </a:r>
          </a:p>
          <a:p>
            <a:pPr marL="0" indent="0">
              <a:buNone/>
            </a:pPr>
            <a:r>
              <a:rPr lang="en-ID" sz="1600" b="1" dirty="0"/>
              <a:t>User Story #10:</a:t>
            </a:r>
            <a:r>
              <a:rPr lang="en-ID" sz="1600" dirty="0"/>
              <a:t> The #email input field uses HTML5 validation to confirm that the entered text is an email address.</a:t>
            </a:r>
          </a:p>
          <a:p>
            <a:pPr marL="0" indent="0">
              <a:buNone/>
            </a:pPr>
            <a:r>
              <a:rPr lang="en-ID" sz="1600" b="1" dirty="0"/>
              <a:t>User Story #11:</a:t>
            </a:r>
            <a:r>
              <a:rPr lang="en-ID" sz="1600" dirty="0"/>
              <a:t> Within the form, there is a submit input with a corresponding id="submit".</a:t>
            </a:r>
          </a:p>
          <a:p>
            <a:pPr marL="0" indent="0">
              <a:buNone/>
            </a:pPr>
            <a:r>
              <a:rPr lang="en-ID" sz="1600" b="1" dirty="0"/>
              <a:t>User Story #12:</a:t>
            </a:r>
            <a:r>
              <a:rPr lang="en-ID" sz="1600" dirty="0"/>
              <a:t> When I click the #submit element, the email is submitted to a static page (use this mock URL: </a:t>
            </a:r>
            <a:r>
              <a:rPr lang="en-ID" sz="1600" u="sng" dirty="0">
                <a:hlinkClick r:id="rId2"/>
              </a:rPr>
              <a:t>https://www.freecodecamp.com/email-submit</a:t>
            </a:r>
            <a:r>
              <a:rPr lang="en-ID" sz="1600" dirty="0"/>
              <a:t>).</a:t>
            </a:r>
          </a:p>
          <a:p>
            <a:pPr marL="0" indent="0">
              <a:buNone/>
            </a:pPr>
            <a:r>
              <a:rPr lang="en-ID" sz="1600" b="1" dirty="0"/>
              <a:t>User Story #13:</a:t>
            </a:r>
            <a:r>
              <a:rPr lang="en-ID" sz="1600" dirty="0"/>
              <a:t> The navbar should always be at the top of the viewport.</a:t>
            </a:r>
          </a:p>
          <a:p>
            <a:pPr marL="0" indent="0">
              <a:buNone/>
            </a:pPr>
            <a:r>
              <a:rPr lang="en-ID" sz="1600" b="1" dirty="0"/>
              <a:t>User Story #14:</a:t>
            </a:r>
            <a:r>
              <a:rPr lang="en-ID" sz="1600" dirty="0"/>
              <a:t> My product landing page should have at least one media query.</a:t>
            </a:r>
          </a:p>
          <a:p>
            <a:pPr marL="0" indent="0">
              <a:buNone/>
            </a:pPr>
            <a:r>
              <a:rPr lang="en-ID" sz="1600" b="1" dirty="0"/>
              <a:t>User Story #15:</a:t>
            </a:r>
            <a:r>
              <a:rPr lang="en-ID" sz="1600" dirty="0"/>
              <a:t> My product landing page should utilize CSS flexbox at least once.</a:t>
            </a:r>
          </a:p>
          <a:p>
            <a:pPr marL="0" indent="0">
              <a:buNone/>
            </a:pPr>
            <a:r>
              <a:rPr lang="en-ID" sz="1600" dirty="0"/>
              <a:t>You can build your project by </a:t>
            </a:r>
            <a:r>
              <a:rPr lang="en-ID" sz="1600" u="sng" dirty="0">
                <a:hlinkClick r:id="rId3"/>
              </a:rPr>
              <a:t>using this CodePen template</a:t>
            </a:r>
            <a:r>
              <a:rPr lang="en-ID" sz="1600" dirty="0"/>
              <a:t> and clicking Save to create your own pen. Or you can use this CDN link to run the tests in any environment you like: https://</a:t>
            </a:r>
            <a:r>
              <a:rPr lang="en-ID" sz="1600" dirty="0" err="1"/>
              <a:t>cdn.freecodecamp.org</a:t>
            </a:r>
            <a:r>
              <a:rPr lang="en-ID" sz="1600" dirty="0"/>
              <a:t>/testable-projects-</a:t>
            </a:r>
            <a:r>
              <a:rPr lang="en-ID" sz="1600" dirty="0" err="1"/>
              <a:t>fcc</a:t>
            </a:r>
            <a:r>
              <a:rPr lang="en-ID" sz="1600" dirty="0"/>
              <a:t>/v1/</a:t>
            </a:r>
            <a:r>
              <a:rPr lang="en-ID" sz="1600" dirty="0" err="1"/>
              <a:t>bundle.js</a:t>
            </a:r>
            <a:endParaRPr lang="en-ID" sz="1600" dirty="0"/>
          </a:p>
          <a:p>
            <a:pPr marL="0" indent="0">
              <a:buNone/>
            </a:pPr>
            <a:r>
              <a:rPr lang="en-ID" sz="1600" dirty="0"/>
              <a:t>Once you're done, submit the URL to your working project with all its tests passing.</a:t>
            </a:r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54963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422</Words>
  <Application>Microsoft Macintosh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Landing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Landing Page</dc:title>
  <dc:creator>mail.ichsan24</dc:creator>
  <cp:lastModifiedBy>mail.ichsan24</cp:lastModifiedBy>
  <cp:revision>2</cp:revision>
  <dcterms:created xsi:type="dcterms:W3CDTF">2022-05-05T03:24:13Z</dcterms:created>
  <dcterms:modified xsi:type="dcterms:W3CDTF">2022-05-05T03:29:54Z</dcterms:modified>
</cp:coreProperties>
</file>